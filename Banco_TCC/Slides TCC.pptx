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rial" charset="1" panose="020B0502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8879" b="-289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0" y="0"/>
            <a:ext cx="18288000" cy="1783233"/>
            <a:chOff x="0" y="0"/>
            <a:chExt cx="4816593" cy="4696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469658"/>
            </a:xfrm>
            <a:custGeom>
              <a:avLst/>
              <a:gdLst/>
              <a:ahLst/>
              <a:cxnLst/>
              <a:rect r="r" b="b" t="t" l="l"/>
              <a:pathLst>
                <a:path h="46965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9658"/>
                  </a:lnTo>
                  <a:lnTo>
                    <a:pt x="0" y="469658"/>
                  </a:lnTo>
                  <a:close/>
                </a:path>
              </a:pathLst>
            </a:custGeom>
            <a:gradFill rotWithShape="true">
              <a:gsLst>
                <a:gs pos="0">
                  <a:srgbClr val="02030E">
                    <a:alpha val="100000"/>
                  </a:srgbClr>
                </a:gs>
                <a:gs pos="100000">
                  <a:srgbClr val="050A3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507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5400000">
            <a:off x="703643" y="-1992076"/>
            <a:ext cx="12571376" cy="13978662"/>
          </a:xfrm>
          <a:custGeom>
            <a:avLst/>
            <a:gdLst/>
            <a:ahLst/>
            <a:cxnLst/>
            <a:rect r="r" b="b" t="t" l="l"/>
            <a:pathLst>
              <a:path h="13978662" w="12571376">
                <a:moveTo>
                  <a:pt x="0" y="0"/>
                </a:moveTo>
                <a:lnTo>
                  <a:pt x="12571376" y="0"/>
                </a:lnTo>
                <a:lnTo>
                  <a:pt x="12571376" y="13978662"/>
                </a:lnTo>
                <a:lnTo>
                  <a:pt x="0" y="139786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48054" t="-71303" r="-42425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758126" y="523264"/>
            <a:ext cx="3501174" cy="736705"/>
          </a:xfrm>
          <a:custGeom>
            <a:avLst/>
            <a:gdLst/>
            <a:ahLst/>
            <a:cxnLst/>
            <a:rect r="r" b="b" t="t" l="l"/>
            <a:pathLst>
              <a:path h="736705" w="3501174">
                <a:moveTo>
                  <a:pt x="0" y="0"/>
                </a:moveTo>
                <a:lnTo>
                  <a:pt x="3501174" y="0"/>
                </a:lnTo>
                <a:lnTo>
                  <a:pt x="3501174" y="736705"/>
                </a:lnTo>
                <a:lnTo>
                  <a:pt x="0" y="7367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248453" y="3892550"/>
            <a:ext cx="11791094" cy="2416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sz="8000" spc="-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Sistema para Controle de Manutenção Industrial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286625"/>
            <a:ext cx="1334870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500" spc="-6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Alunos: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00602" y="7191375"/>
            <a:ext cx="5605412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500" spc="-6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Damares Lemes de Oliveira Favarini</a:t>
            </a:r>
          </a:p>
          <a:p>
            <a:pPr algn="l">
              <a:lnSpc>
                <a:spcPts val="3750"/>
              </a:lnSpc>
            </a:pPr>
            <a:r>
              <a:rPr lang="en-US" sz="2500" spc="-6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Gabriel Andreiczuk Rodrigues dos Santos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8183562"/>
            <a:ext cx="8282989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500" spc="-6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Curso: Técnico em Análise e Desenvolvimento de Sistemas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597899"/>
            <a:ext cx="7949217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500" spc="-6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Unidade Curricular: Desenvolvimento de Sistemas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9042400"/>
            <a:ext cx="4783694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500" spc="-6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Senai Campus da Indústria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18288000" cy="1783233"/>
            <a:chOff x="0" y="0"/>
            <a:chExt cx="4816593" cy="4696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69658"/>
            </a:xfrm>
            <a:custGeom>
              <a:avLst/>
              <a:gdLst/>
              <a:ahLst/>
              <a:cxnLst/>
              <a:rect r="r" b="b" t="t" l="l"/>
              <a:pathLst>
                <a:path h="46965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9658"/>
                  </a:lnTo>
                  <a:lnTo>
                    <a:pt x="0" y="469658"/>
                  </a:lnTo>
                  <a:close/>
                </a:path>
              </a:pathLst>
            </a:custGeom>
            <a:gradFill rotWithShape="true">
              <a:gsLst>
                <a:gs pos="0">
                  <a:srgbClr val="02030E">
                    <a:alpha val="100000"/>
                  </a:srgbClr>
                </a:gs>
                <a:gs pos="100000">
                  <a:srgbClr val="050A3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07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758126" y="523264"/>
            <a:ext cx="3501174" cy="736705"/>
          </a:xfrm>
          <a:custGeom>
            <a:avLst/>
            <a:gdLst/>
            <a:ahLst/>
            <a:cxnLst/>
            <a:rect r="r" b="b" t="t" l="l"/>
            <a:pathLst>
              <a:path h="736705" w="3501174">
                <a:moveTo>
                  <a:pt x="0" y="0"/>
                </a:moveTo>
                <a:lnTo>
                  <a:pt x="3501174" y="0"/>
                </a:lnTo>
                <a:lnTo>
                  <a:pt x="3501174" y="736705"/>
                </a:lnTo>
                <a:lnTo>
                  <a:pt x="0" y="73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028700" y="9239250"/>
            <a:ext cx="16230600" cy="1905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0" y="1783233"/>
            <a:ext cx="18288000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1742154" y="2843158"/>
            <a:ext cx="5517146" cy="5517146"/>
          </a:xfrm>
          <a:custGeom>
            <a:avLst/>
            <a:gdLst/>
            <a:ahLst/>
            <a:cxnLst/>
            <a:rect r="r" b="b" t="t" l="l"/>
            <a:pathLst>
              <a:path h="5517146" w="5517146">
                <a:moveTo>
                  <a:pt x="0" y="0"/>
                </a:moveTo>
                <a:lnTo>
                  <a:pt x="5517146" y="0"/>
                </a:lnTo>
                <a:lnTo>
                  <a:pt x="5517146" y="5517145"/>
                </a:lnTo>
                <a:lnTo>
                  <a:pt x="0" y="55171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493153"/>
            <a:ext cx="9765765" cy="6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Sistema para Controle de Manutenção Industrial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621859" y="9476968"/>
            <a:ext cx="637441" cy="561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38638" y="2508999"/>
            <a:ext cx="3610724" cy="6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PROBLEMÁTICA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674503"/>
            <a:ext cx="9351061" cy="3521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1" indent="-377820" lvl="1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Falta de informações sobre manutenções.</a:t>
            </a:r>
          </a:p>
          <a:p>
            <a:pPr algn="l" marL="755641" indent="-377820" lvl="1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Maior custo e desgastes de máquinas e equipamentos.</a:t>
            </a:r>
          </a:p>
          <a:p>
            <a:pPr algn="l" marL="755641" indent="-377820" lvl="1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Diminuição de renda e lucratividade.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18288000" cy="1783233"/>
            <a:chOff x="0" y="0"/>
            <a:chExt cx="4816593" cy="4696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69658"/>
            </a:xfrm>
            <a:custGeom>
              <a:avLst/>
              <a:gdLst/>
              <a:ahLst/>
              <a:cxnLst/>
              <a:rect r="r" b="b" t="t" l="l"/>
              <a:pathLst>
                <a:path h="46965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9658"/>
                  </a:lnTo>
                  <a:lnTo>
                    <a:pt x="0" y="469658"/>
                  </a:lnTo>
                  <a:close/>
                </a:path>
              </a:pathLst>
            </a:custGeom>
            <a:gradFill rotWithShape="true">
              <a:gsLst>
                <a:gs pos="0">
                  <a:srgbClr val="02030E">
                    <a:alpha val="100000"/>
                  </a:srgbClr>
                </a:gs>
                <a:gs pos="100000">
                  <a:srgbClr val="050A3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07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758126" y="523264"/>
            <a:ext cx="3501174" cy="736705"/>
          </a:xfrm>
          <a:custGeom>
            <a:avLst/>
            <a:gdLst/>
            <a:ahLst/>
            <a:cxnLst/>
            <a:rect r="r" b="b" t="t" l="l"/>
            <a:pathLst>
              <a:path h="736705" w="3501174">
                <a:moveTo>
                  <a:pt x="0" y="0"/>
                </a:moveTo>
                <a:lnTo>
                  <a:pt x="3501174" y="0"/>
                </a:lnTo>
                <a:lnTo>
                  <a:pt x="3501174" y="736705"/>
                </a:lnTo>
                <a:lnTo>
                  <a:pt x="0" y="73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028700" y="9239250"/>
            <a:ext cx="16230600" cy="1905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0" y="1783233"/>
            <a:ext cx="18288000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1597739" y="2302345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493153"/>
            <a:ext cx="9765765" cy="6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Sistema para Controle de Manutenção Industrial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621859" y="9476968"/>
            <a:ext cx="637441" cy="561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25813" y="2508999"/>
            <a:ext cx="2636374" cy="6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PROPOSTA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674503"/>
            <a:ext cx="9160944" cy="3521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1" indent="-377820" lvl="1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Visão geral sobre dados de manutenção.</a:t>
            </a:r>
          </a:p>
          <a:p>
            <a:pPr algn="l" marL="755641" indent="-377820" lvl="1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Sistema intuitivo e fácil operação.</a:t>
            </a:r>
          </a:p>
          <a:p>
            <a:pPr algn="l" marL="755641" indent="-377820" lvl="1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Auxiliar na preservação de equipamentos e tomadas de decisão.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18288000" cy="1783233"/>
            <a:chOff x="0" y="0"/>
            <a:chExt cx="4816593" cy="4696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69658"/>
            </a:xfrm>
            <a:custGeom>
              <a:avLst/>
              <a:gdLst/>
              <a:ahLst/>
              <a:cxnLst/>
              <a:rect r="r" b="b" t="t" l="l"/>
              <a:pathLst>
                <a:path h="46965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9658"/>
                  </a:lnTo>
                  <a:lnTo>
                    <a:pt x="0" y="469658"/>
                  </a:lnTo>
                  <a:close/>
                </a:path>
              </a:pathLst>
            </a:custGeom>
            <a:gradFill rotWithShape="true">
              <a:gsLst>
                <a:gs pos="0">
                  <a:srgbClr val="02030E">
                    <a:alpha val="100000"/>
                  </a:srgbClr>
                </a:gs>
                <a:gs pos="100000">
                  <a:srgbClr val="050A3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07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758126" y="523264"/>
            <a:ext cx="3501174" cy="736705"/>
          </a:xfrm>
          <a:custGeom>
            <a:avLst/>
            <a:gdLst/>
            <a:ahLst/>
            <a:cxnLst/>
            <a:rect r="r" b="b" t="t" l="l"/>
            <a:pathLst>
              <a:path h="736705" w="3501174">
                <a:moveTo>
                  <a:pt x="0" y="0"/>
                </a:moveTo>
                <a:lnTo>
                  <a:pt x="3501174" y="0"/>
                </a:lnTo>
                <a:lnTo>
                  <a:pt x="3501174" y="736705"/>
                </a:lnTo>
                <a:lnTo>
                  <a:pt x="0" y="73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028700" y="9239250"/>
            <a:ext cx="16230600" cy="1905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0" y="1783233"/>
            <a:ext cx="18288000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1824810" y="5604627"/>
            <a:ext cx="5434490" cy="3620729"/>
          </a:xfrm>
          <a:custGeom>
            <a:avLst/>
            <a:gdLst/>
            <a:ahLst/>
            <a:cxnLst/>
            <a:rect r="r" b="b" t="t" l="l"/>
            <a:pathLst>
              <a:path h="3620729" w="5434490">
                <a:moveTo>
                  <a:pt x="0" y="0"/>
                </a:moveTo>
                <a:lnTo>
                  <a:pt x="5434490" y="0"/>
                </a:lnTo>
                <a:lnTo>
                  <a:pt x="5434490" y="3620729"/>
                </a:lnTo>
                <a:lnTo>
                  <a:pt x="0" y="36207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493153"/>
            <a:ext cx="9765765" cy="6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Sistema para Controle de Manutenção Industrial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621859" y="9476968"/>
            <a:ext cx="637441" cy="561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75939" y="2508999"/>
            <a:ext cx="7536122" cy="6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PRINCIPAIS FUNCIONALIDADES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677400"/>
            <a:ext cx="7592478" cy="3521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1" indent="-377820" lvl="1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Abertura de ordem de serviço.</a:t>
            </a:r>
          </a:p>
          <a:p>
            <a:pPr algn="l" marL="755641" indent="-377820" lvl="1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Conclusão de manutenção.</a:t>
            </a:r>
          </a:p>
          <a:p>
            <a:pPr algn="l" marL="755641" indent="-377820" lvl="1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Visualização de ordens em aberto e concluídas.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3677400"/>
            <a:ext cx="8115300" cy="263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1" indent="-377820" lvl="1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Gráficos e métricas de controle.</a:t>
            </a:r>
          </a:p>
          <a:p>
            <a:pPr algn="l" marL="755641" indent="-377820" lvl="1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Cadastro de usuários e níveis de acesso.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18288000" cy="1783233"/>
            <a:chOff x="0" y="0"/>
            <a:chExt cx="4816593" cy="4696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69658"/>
            </a:xfrm>
            <a:custGeom>
              <a:avLst/>
              <a:gdLst/>
              <a:ahLst/>
              <a:cxnLst/>
              <a:rect r="r" b="b" t="t" l="l"/>
              <a:pathLst>
                <a:path h="46965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9658"/>
                  </a:lnTo>
                  <a:lnTo>
                    <a:pt x="0" y="469658"/>
                  </a:lnTo>
                  <a:close/>
                </a:path>
              </a:pathLst>
            </a:custGeom>
            <a:gradFill rotWithShape="true">
              <a:gsLst>
                <a:gs pos="0">
                  <a:srgbClr val="02030E">
                    <a:alpha val="100000"/>
                  </a:srgbClr>
                </a:gs>
                <a:gs pos="100000">
                  <a:srgbClr val="050A3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07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758126" y="523264"/>
            <a:ext cx="3501174" cy="736705"/>
          </a:xfrm>
          <a:custGeom>
            <a:avLst/>
            <a:gdLst/>
            <a:ahLst/>
            <a:cxnLst/>
            <a:rect r="r" b="b" t="t" l="l"/>
            <a:pathLst>
              <a:path h="736705" w="3501174">
                <a:moveTo>
                  <a:pt x="0" y="0"/>
                </a:moveTo>
                <a:lnTo>
                  <a:pt x="3501174" y="0"/>
                </a:lnTo>
                <a:lnTo>
                  <a:pt x="3501174" y="736705"/>
                </a:lnTo>
                <a:lnTo>
                  <a:pt x="0" y="73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028700" y="9239250"/>
            <a:ext cx="16230600" cy="1905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0" y="1783233"/>
            <a:ext cx="18288000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2030653" y="3357318"/>
            <a:ext cx="4060949" cy="5244379"/>
          </a:xfrm>
          <a:custGeom>
            <a:avLst/>
            <a:gdLst/>
            <a:ahLst/>
            <a:cxnLst/>
            <a:rect r="r" b="b" t="t" l="l"/>
            <a:pathLst>
              <a:path h="5244379" w="4060949">
                <a:moveTo>
                  <a:pt x="0" y="0"/>
                </a:moveTo>
                <a:lnTo>
                  <a:pt x="4060949" y="0"/>
                </a:lnTo>
                <a:lnTo>
                  <a:pt x="4060949" y="5244379"/>
                </a:lnTo>
                <a:lnTo>
                  <a:pt x="0" y="52443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493153"/>
            <a:ext cx="9765765" cy="6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Sistema para Controle de Manutenção Industrial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621859" y="9476968"/>
            <a:ext cx="637441" cy="561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57347" y="2508999"/>
            <a:ext cx="5773306" cy="6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CADASTRO DE USUÁRIOS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677400"/>
            <a:ext cx="8852004" cy="263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1" indent="-377820" lvl="1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Informações de contato como e-mail, e celular.</a:t>
            </a:r>
          </a:p>
          <a:p>
            <a:pPr algn="l" marL="755641" indent="-377820" lvl="1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Hierarquia dentro da empresa.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18288000" cy="1783233"/>
            <a:chOff x="0" y="0"/>
            <a:chExt cx="4816593" cy="4696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69658"/>
            </a:xfrm>
            <a:custGeom>
              <a:avLst/>
              <a:gdLst/>
              <a:ahLst/>
              <a:cxnLst/>
              <a:rect r="r" b="b" t="t" l="l"/>
              <a:pathLst>
                <a:path h="46965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9658"/>
                  </a:lnTo>
                  <a:lnTo>
                    <a:pt x="0" y="469658"/>
                  </a:lnTo>
                  <a:close/>
                </a:path>
              </a:pathLst>
            </a:custGeom>
            <a:gradFill rotWithShape="true">
              <a:gsLst>
                <a:gs pos="0">
                  <a:srgbClr val="02030E">
                    <a:alpha val="100000"/>
                  </a:srgbClr>
                </a:gs>
                <a:gs pos="100000">
                  <a:srgbClr val="050A3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07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758126" y="523264"/>
            <a:ext cx="3501174" cy="736705"/>
          </a:xfrm>
          <a:custGeom>
            <a:avLst/>
            <a:gdLst/>
            <a:ahLst/>
            <a:cxnLst/>
            <a:rect r="r" b="b" t="t" l="l"/>
            <a:pathLst>
              <a:path h="736705" w="3501174">
                <a:moveTo>
                  <a:pt x="0" y="0"/>
                </a:moveTo>
                <a:lnTo>
                  <a:pt x="3501174" y="0"/>
                </a:lnTo>
                <a:lnTo>
                  <a:pt x="3501174" y="736705"/>
                </a:lnTo>
                <a:lnTo>
                  <a:pt x="0" y="73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028700" y="9239250"/>
            <a:ext cx="16230600" cy="1905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0" y="1783233"/>
            <a:ext cx="18288000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1103405" y="2553679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493153"/>
            <a:ext cx="9765765" cy="6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Sistema para Controle de Manutenção Industrial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621859" y="9476968"/>
            <a:ext cx="637441" cy="561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57347" y="2508999"/>
            <a:ext cx="5773306" cy="6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ABERTURA DE ORDEM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677400"/>
            <a:ext cx="8852004" cy="263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1" indent="-377820" lvl="1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Mantém informações de máquina, setor e solicitante.</a:t>
            </a:r>
          </a:p>
          <a:p>
            <a:pPr algn="l" marL="755641" indent="-377820" lvl="1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Registra horário de abertura.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18288000" cy="1783233"/>
            <a:chOff x="0" y="0"/>
            <a:chExt cx="4816593" cy="4696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69658"/>
            </a:xfrm>
            <a:custGeom>
              <a:avLst/>
              <a:gdLst/>
              <a:ahLst/>
              <a:cxnLst/>
              <a:rect r="r" b="b" t="t" l="l"/>
              <a:pathLst>
                <a:path h="46965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9658"/>
                  </a:lnTo>
                  <a:lnTo>
                    <a:pt x="0" y="469658"/>
                  </a:lnTo>
                  <a:close/>
                </a:path>
              </a:pathLst>
            </a:custGeom>
            <a:gradFill rotWithShape="true">
              <a:gsLst>
                <a:gs pos="0">
                  <a:srgbClr val="02030E">
                    <a:alpha val="100000"/>
                  </a:srgbClr>
                </a:gs>
                <a:gs pos="100000">
                  <a:srgbClr val="050A3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07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758126" y="523264"/>
            <a:ext cx="3501174" cy="736705"/>
          </a:xfrm>
          <a:custGeom>
            <a:avLst/>
            <a:gdLst/>
            <a:ahLst/>
            <a:cxnLst/>
            <a:rect r="r" b="b" t="t" l="l"/>
            <a:pathLst>
              <a:path h="736705" w="3501174">
                <a:moveTo>
                  <a:pt x="0" y="0"/>
                </a:moveTo>
                <a:lnTo>
                  <a:pt x="3501174" y="0"/>
                </a:lnTo>
                <a:lnTo>
                  <a:pt x="3501174" y="736705"/>
                </a:lnTo>
                <a:lnTo>
                  <a:pt x="0" y="73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028700" y="9239250"/>
            <a:ext cx="16230600" cy="1905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0" y="1783233"/>
            <a:ext cx="18288000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443633" y="3786026"/>
            <a:ext cx="6815667" cy="3450431"/>
          </a:xfrm>
          <a:custGeom>
            <a:avLst/>
            <a:gdLst/>
            <a:ahLst/>
            <a:cxnLst/>
            <a:rect r="r" b="b" t="t" l="l"/>
            <a:pathLst>
              <a:path h="3450431" w="6815667">
                <a:moveTo>
                  <a:pt x="0" y="0"/>
                </a:moveTo>
                <a:lnTo>
                  <a:pt x="6815667" y="0"/>
                </a:lnTo>
                <a:lnTo>
                  <a:pt x="6815667" y="3450431"/>
                </a:lnTo>
                <a:lnTo>
                  <a:pt x="0" y="34504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493153"/>
            <a:ext cx="9765765" cy="6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Sistema para Controle de Manutenção Industrial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621859" y="9476968"/>
            <a:ext cx="637441" cy="561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27584" y="2508999"/>
            <a:ext cx="7032832" cy="6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HISTÓRICO DE MANUTENÇÃO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677400"/>
            <a:ext cx="8852004" cy="263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1" indent="-377820" lvl="1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Informações de conclusão, duração e custos.</a:t>
            </a:r>
          </a:p>
          <a:p>
            <a:pPr algn="l" marL="755641" indent="-377820" lvl="1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Organização e controle.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18288000" cy="1783233"/>
            <a:chOff x="0" y="0"/>
            <a:chExt cx="4816593" cy="4696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69658"/>
            </a:xfrm>
            <a:custGeom>
              <a:avLst/>
              <a:gdLst/>
              <a:ahLst/>
              <a:cxnLst/>
              <a:rect r="r" b="b" t="t" l="l"/>
              <a:pathLst>
                <a:path h="46965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9658"/>
                  </a:lnTo>
                  <a:lnTo>
                    <a:pt x="0" y="469658"/>
                  </a:lnTo>
                  <a:close/>
                </a:path>
              </a:pathLst>
            </a:custGeom>
            <a:gradFill rotWithShape="true">
              <a:gsLst>
                <a:gs pos="0">
                  <a:srgbClr val="02030E">
                    <a:alpha val="100000"/>
                  </a:srgbClr>
                </a:gs>
                <a:gs pos="100000">
                  <a:srgbClr val="050A3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07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758126" y="523264"/>
            <a:ext cx="3501174" cy="736705"/>
          </a:xfrm>
          <a:custGeom>
            <a:avLst/>
            <a:gdLst/>
            <a:ahLst/>
            <a:cxnLst/>
            <a:rect r="r" b="b" t="t" l="l"/>
            <a:pathLst>
              <a:path h="736705" w="3501174">
                <a:moveTo>
                  <a:pt x="0" y="0"/>
                </a:moveTo>
                <a:lnTo>
                  <a:pt x="3501174" y="0"/>
                </a:lnTo>
                <a:lnTo>
                  <a:pt x="3501174" y="736705"/>
                </a:lnTo>
                <a:lnTo>
                  <a:pt x="0" y="73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028700" y="9239250"/>
            <a:ext cx="16230600" cy="1905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0" y="1783233"/>
            <a:ext cx="18288000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902342" y="2332762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493153"/>
            <a:ext cx="9765765" cy="6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Sistema para Controle de Manutenção Industrial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621859" y="9476968"/>
            <a:ext cx="637441" cy="561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27584" y="2508999"/>
            <a:ext cx="7032832" cy="6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INDICATIVOS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677400"/>
            <a:ext cx="8852004" cy="3521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1" indent="-377820" lvl="1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Informações importantes de máquinas e equipamentos.</a:t>
            </a:r>
          </a:p>
          <a:p>
            <a:pPr algn="l" marL="755641" indent="-377820" lvl="1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Desempenho de equipes.</a:t>
            </a:r>
          </a:p>
          <a:p>
            <a:pPr algn="l" marL="755641" indent="-377820" lvl="1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Custos de manutenções.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18288000" cy="1783233"/>
            <a:chOff x="0" y="0"/>
            <a:chExt cx="4816593" cy="4696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69658"/>
            </a:xfrm>
            <a:custGeom>
              <a:avLst/>
              <a:gdLst/>
              <a:ahLst/>
              <a:cxnLst/>
              <a:rect r="r" b="b" t="t" l="l"/>
              <a:pathLst>
                <a:path h="46965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9658"/>
                  </a:lnTo>
                  <a:lnTo>
                    <a:pt x="0" y="469658"/>
                  </a:lnTo>
                  <a:close/>
                </a:path>
              </a:pathLst>
            </a:custGeom>
            <a:gradFill rotWithShape="true">
              <a:gsLst>
                <a:gs pos="0">
                  <a:srgbClr val="02030E">
                    <a:alpha val="100000"/>
                  </a:srgbClr>
                </a:gs>
                <a:gs pos="100000">
                  <a:srgbClr val="050A3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07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758126" y="523264"/>
            <a:ext cx="3501174" cy="736705"/>
          </a:xfrm>
          <a:custGeom>
            <a:avLst/>
            <a:gdLst/>
            <a:ahLst/>
            <a:cxnLst/>
            <a:rect r="r" b="b" t="t" l="l"/>
            <a:pathLst>
              <a:path h="736705" w="3501174">
                <a:moveTo>
                  <a:pt x="0" y="0"/>
                </a:moveTo>
                <a:lnTo>
                  <a:pt x="3501174" y="0"/>
                </a:lnTo>
                <a:lnTo>
                  <a:pt x="3501174" y="736705"/>
                </a:lnTo>
                <a:lnTo>
                  <a:pt x="0" y="73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028700" y="9239250"/>
            <a:ext cx="16230600" cy="1905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0" y="1783233"/>
            <a:ext cx="18288000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902342" y="2426148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288011" y="1894664"/>
            <a:ext cx="1712363" cy="171236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355256" y="2505411"/>
            <a:ext cx="1624575" cy="1006695"/>
            <a:chOff x="0" y="0"/>
            <a:chExt cx="427872" cy="2651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7872" cy="265138"/>
            </a:xfrm>
            <a:custGeom>
              <a:avLst/>
              <a:gdLst/>
              <a:ahLst/>
              <a:cxnLst/>
              <a:rect r="r" b="b" t="t" l="l"/>
              <a:pathLst>
                <a:path h="265138" w="427872">
                  <a:moveTo>
                    <a:pt x="0" y="0"/>
                  </a:moveTo>
                  <a:lnTo>
                    <a:pt x="427872" y="0"/>
                  </a:lnTo>
                  <a:lnTo>
                    <a:pt x="427872" y="265138"/>
                  </a:lnTo>
                  <a:lnTo>
                    <a:pt x="0" y="265138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27872" cy="30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493153"/>
            <a:ext cx="9765765" cy="6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Sistema para Controle de Manutenção Industrial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621859" y="9476968"/>
            <a:ext cx="637441" cy="561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627584" y="2508999"/>
            <a:ext cx="7032832" cy="6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3677400"/>
            <a:ext cx="9631372" cy="263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1" indent="-377820" lvl="1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Facilidade de operação.</a:t>
            </a:r>
          </a:p>
          <a:p>
            <a:pPr algn="l" marL="755641" indent="-377820" lvl="1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Retorno de informações precisas.</a:t>
            </a:r>
          </a:p>
          <a:p>
            <a:pPr algn="l" marL="755641" indent="-377820" lvl="1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Total controle sobre dados de manutenção.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18288000" cy="1783233"/>
            <a:chOff x="0" y="0"/>
            <a:chExt cx="4816593" cy="4696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69658"/>
            </a:xfrm>
            <a:custGeom>
              <a:avLst/>
              <a:gdLst/>
              <a:ahLst/>
              <a:cxnLst/>
              <a:rect r="r" b="b" t="t" l="l"/>
              <a:pathLst>
                <a:path h="46965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9658"/>
                  </a:lnTo>
                  <a:lnTo>
                    <a:pt x="0" y="469658"/>
                  </a:lnTo>
                  <a:close/>
                </a:path>
              </a:pathLst>
            </a:custGeom>
            <a:gradFill rotWithShape="true">
              <a:gsLst>
                <a:gs pos="0">
                  <a:srgbClr val="02030E">
                    <a:alpha val="100000"/>
                  </a:srgbClr>
                </a:gs>
                <a:gs pos="100000">
                  <a:srgbClr val="050A3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07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758126" y="523264"/>
            <a:ext cx="3501174" cy="736705"/>
          </a:xfrm>
          <a:custGeom>
            <a:avLst/>
            <a:gdLst/>
            <a:ahLst/>
            <a:cxnLst/>
            <a:rect r="r" b="b" t="t" l="l"/>
            <a:pathLst>
              <a:path h="736705" w="3501174">
                <a:moveTo>
                  <a:pt x="0" y="0"/>
                </a:moveTo>
                <a:lnTo>
                  <a:pt x="3501174" y="0"/>
                </a:lnTo>
                <a:lnTo>
                  <a:pt x="3501174" y="736705"/>
                </a:lnTo>
                <a:lnTo>
                  <a:pt x="0" y="73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028700" y="9239250"/>
            <a:ext cx="16230600" cy="1905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0" y="1783233"/>
            <a:ext cx="18288000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2288011" y="1894664"/>
            <a:ext cx="1712363" cy="171236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355256" y="2505411"/>
            <a:ext cx="1624575" cy="1006695"/>
            <a:chOff x="0" y="0"/>
            <a:chExt cx="427872" cy="2651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7872" cy="265138"/>
            </a:xfrm>
            <a:custGeom>
              <a:avLst/>
              <a:gdLst/>
              <a:ahLst/>
              <a:cxnLst/>
              <a:rect r="r" b="b" t="t" l="l"/>
              <a:pathLst>
                <a:path h="265138" w="427872">
                  <a:moveTo>
                    <a:pt x="0" y="0"/>
                  </a:moveTo>
                  <a:lnTo>
                    <a:pt x="427872" y="0"/>
                  </a:lnTo>
                  <a:lnTo>
                    <a:pt x="427872" y="265138"/>
                  </a:lnTo>
                  <a:lnTo>
                    <a:pt x="0" y="265138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7872" cy="30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3871861" y="3257090"/>
            <a:ext cx="2591366" cy="2591366"/>
          </a:xfrm>
          <a:custGeom>
            <a:avLst/>
            <a:gdLst/>
            <a:ahLst/>
            <a:cxnLst/>
            <a:rect r="r" b="b" t="t" l="l"/>
            <a:pathLst>
              <a:path h="2591366" w="2591366">
                <a:moveTo>
                  <a:pt x="0" y="0"/>
                </a:moveTo>
                <a:lnTo>
                  <a:pt x="2591366" y="0"/>
                </a:lnTo>
                <a:lnTo>
                  <a:pt x="2591366" y="2591366"/>
                </a:lnTo>
                <a:lnTo>
                  <a:pt x="0" y="25913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900020" y="3172575"/>
            <a:ext cx="2760396" cy="2760396"/>
          </a:xfrm>
          <a:custGeom>
            <a:avLst/>
            <a:gdLst/>
            <a:ahLst/>
            <a:cxnLst/>
            <a:rect r="r" b="b" t="t" l="l"/>
            <a:pathLst>
              <a:path h="2760396" w="2760396">
                <a:moveTo>
                  <a:pt x="0" y="0"/>
                </a:moveTo>
                <a:lnTo>
                  <a:pt x="2760396" y="0"/>
                </a:lnTo>
                <a:lnTo>
                  <a:pt x="2760396" y="2760396"/>
                </a:lnTo>
                <a:lnTo>
                  <a:pt x="0" y="27603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499566" y="5825471"/>
            <a:ext cx="2963661" cy="2963661"/>
          </a:xfrm>
          <a:custGeom>
            <a:avLst/>
            <a:gdLst/>
            <a:ahLst/>
            <a:cxnLst/>
            <a:rect r="r" b="b" t="t" l="l"/>
            <a:pathLst>
              <a:path h="2963661" w="2963661">
                <a:moveTo>
                  <a:pt x="0" y="0"/>
                </a:moveTo>
                <a:lnTo>
                  <a:pt x="2963661" y="0"/>
                </a:lnTo>
                <a:lnTo>
                  <a:pt x="2963661" y="2963661"/>
                </a:lnTo>
                <a:lnTo>
                  <a:pt x="0" y="29636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023033" y="6050116"/>
            <a:ext cx="2514371" cy="2514371"/>
          </a:xfrm>
          <a:custGeom>
            <a:avLst/>
            <a:gdLst/>
            <a:ahLst/>
            <a:cxnLst/>
            <a:rect r="r" b="b" t="t" l="l"/>
            <a:pathLst>
              <a:path h="2514371" w="2514371">
                <a:moveTo>
                  <a:pt x="0" y="0"/>
                </a:moveTo>
                <a:lnTo>
                  <a:pt x="2514371" y="0"/>
                </a:lnTo>
                <a:lnTo>
                  <a:pt x="2514371" y="2514371"/>
                </a:lnTo>
                <a:lnTo>
                  <a:pt x="0" y="25143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493153"/>
            <a:ext cx="9765765" cy="6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Sistema para Controle de Manutenção Industrial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621859" y="9476968"/>
            <a:ext cx="637441" cy="561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627584" y="2508999"/>
            <a:ext cx="7032832" cy="6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TECNOLOGIAS UTILIZADAS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3677400"/>
            <a:ext cx="4882882" cy="263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1" indent="-377820" lvl="1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Linguagem C#.</a:t>
            </a:r>
          </a:p>
          <a:p>
            <a:pPr algn="l" marL="755641" indent="-377820" lvl="1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MySql</a:t>
            </a:r>
          </a:p>
          <a:p>
            <a:pPr algn="l" marL="755641" indent="-377820" lvl="1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 e GitHub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18288000" cy="1783233"/>
            <a:chOff x="0" y="0"/>
            <a:chExt cx="4816593" cy="4696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69658"/>
            </a:xfrm>
            <a:custGeom>
              <a:avLst/>
              <a:gdLst/>
              <a:ahLst/>
              <a:cxnLst/>
              <a:rect r="r" b="b" t="t" l="l"/>
              <a:pathLst>
                <a:path h="46965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9658"/>
                  </a:lnTo>
                  <a:lnTo>
                    <a:pt x="0" y="469658"/>
                  </a:lnTo>
                  <a:close/>
                </a:path>
              </a:pathLst>
            </a:custGeom>
            <a:gradFill rotWithShape="true">
              <a:gsLst>
                <a:gs pos="0">
                  <a:srgbClr val="02030E">
                    <a:alpha val="100000"/>
                  </a:srgbClr>
                </a:gs>
                <a:gs pos="100000">
                  <a:srgbClr val="050A3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07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758126" y="523264"/>
            <a:ext cx="3501174" cy="736705"/>
          </a:xfrm>
          <a:custGeom>
            <a:avLst/>
            <a:gdLst/>
            <a:ahLst/>
            <a:cxnLst/>
            <a:rect r="r" b="b" t="t" l="l"/>
            <a:pathLst>
              <a:path h="736705" w="3501174">
                <a:moveTo>
                  <a:pt x="0" y="0"/>
                </a:moveTo>
                <a:lnTo>
                  <a:pt x="3501174" y="0"/>
                </a:lnTo>
                <a:lnTo>
                  <a:pt x="3501174" y="736705"/>
                </a:lnTo>
                <a:lnTo>
                  <a:pt x="0" y="73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028700" y="9239250"/>
            <a:ext cx="16230600" cy="1905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0" y="1783233"/>
            <a:ext cx="18288000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2288011" y="1894664"/>
            <a:ext cx="1712363" cy="171236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355256" y="2505411"/>
            <a:ext cx="1624575" cy="1006695"/>
            <a:chOff x="0" y="0"/>
            <a:chExt cx="427872" cy="2651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7872" cy="265138"/>
            </a:xfrm>
            <a:custGeom>
              <a:avLst/>
              <a:gdLst/>
              <a:ahLst/>
              <a:cxnLst/>
              <a:rect r="r" b="b" t="t" l="l"/>
              <a:pathLst>
                <a:path h="265138" w="427872">
                  <a:moveTo>
                    <a:pt x="0" y="0"/>
                  </a:moveTo>
                  <a:lnTo>
                    <a:pt x="427872" y="0"/>
                  </a:lnTo>
                  <a:lnTo>
                    <a:pt x="427872" y="265138"/>
                  </a:lnTo>
                  <a:lnTo>
                    <a:pt x="0" y="265138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7872" cy="30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794465" y="2332762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493153"/>
            <a:ext cx="9765765" cy="6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Sistema para Controle de Manutenção Industrial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621859" y="9476968"/>
            <a:ext cx="637441" cy="561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627584" y="2508999"/>
            <a:ext cx="7032832" cy="6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MELHORIAS FUTURAS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3677400"/>
            <a:ext cx="9631372" cy="3521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1" indent="-377820" lvl="1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Agendamento prévio.</a:t>
            </a:r>
          </a:p>
          <a:p>
            <a:pPr algn="l" marL="755641" indent="-377820" lvl="1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Aplicativo mobile.</a:t>
            </a:r>
          </a:p>
          <a:p>
            <a:pPr algn="l" marL="755641" indent="-377820" lvl="1">
              <a:lnSpc>
                <a:spcPts val="69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Controle de estoque e requisição de compras.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18288000" cy="1783233"/>
            <a:chOff x="0" y="0"/>
            <a:chExt cx="4816593" cy="4696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69658"/>
            </a:xfrm>
            <a:custGeom>
              <a:avLst/>
              <a:gdLst/>
              <a:ahLst/>
              <a:cxnLst/>
              <a:rect r="r" b="b" t="t" l="l"/>
              <a:pathLst>
                <a:path h="46965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9658"/>
                  </a:lnTo>
                  <a:lnTo>
                    <a:pt x="0" y="469658"/>
                  </a:lnTo>
                  <a:close/>
                </a:path>
              </a:pathLst>
            </a:custGeom>
            <a:gradFill rotWithShape="true">
              <a:gsLst>
                <a:gs pos="0">
                  <a:srgbClr val="02030E">
                    <a:alpha val="100000"/>
                  </a:srgbClr>
                </a:gs>
                <a:gs pos="100000">
                  <a:srgbClr val="050A3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07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758126" y="523264"/>
            <a:ext cx="3501174" cy="736705"/>
          </a:xfrm>
          <a:custGeom>
            <a:avLst/>
            <a:gdLst/>
            <a:ahLst/>
            <a:cxnLst/>
            <a:rect r="r" b="b" t="t" l="l"/>
            <a:pathLst>
              <a:path h="736705" w="3501174">
                <a:moveTo>
                  <a:pt x="0" y="0"/>
                </a:moveTo>
                <a:lnTo>
                  <a:pt x="3501174" y="0"/>
                </a:lnTo>
                <a:lnTo>
                  <a:pt x="3501174" y="736705"/>
                </a:lnTo>
                <a:lnTo>
                  <a:pt x="0" y="73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028700" y="9239250"/>
            <a:ext cx="16230600" cy="1905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0" y="1783233"/>
            <a:ext cx="18288000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2288011" y="1894664"/>
            <a:ext cx="1712363" cy="171236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355256" y="2505411"/>
            <a:ext cx="1624575" cy="1006695"/>
            <a:chOff x="0" y="0"/>
            <a:chExt cx="427872" cy="2651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7872" cy="265138"/>
            </a:xfrm>
            <a:custGeom>
              <a:avLst/>
              <a:gdLst/>
              <a:ahLst/>
              <a:cxnLst/>
              <a:rect r="r" b="b" t="t" l="l"/>
              <a:pathLst>
                <a:path h="265138" w="427872">
                  <a:moveTo>
                    <a:pt x="0" y="0"/>
                  </a:moveTo>
                  <a:lnTo>
                    <a:pt x="427872" y="0"/>
                  </a:lnTo>
                  <a:lnTo>
                    <a:pt x="427872" y="265138"/>
                  </a:lnTo>
                  <a:lnTo>
                    <a:pt x="0" y="265138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7872" cy="30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583621" y="2553679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9" y="0"/>
                </a:lnTo>
                <a:lnTo>
                  <a:pt x="6356959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493153"/>
            <a:ext cx="9765765" cy="6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Sistema para Controle de Manutenção Industrial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621859" y="9476968"/>
            <a:ext cx="637441" cy="561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627584" y="2508999"/>
            <a:ext cx="7032832" cy="6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ENCERAMENTO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06667" y="4604304"/>
            <a:ext cx="5144534" cy="1127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81553" indent="-640777" lvl="1">
              <a:lnSpc>
                <a:spcPts val="8310"/>
              </a:lnSpc>
              <a:buFont typeface="Arial"/>
              <a:buChar char="•"/>
            </a:pPr>
            <a:r>
              <a:rPr lang="en-US" sz="593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DÚVIDAS?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8879" b="-289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0" y="0"/>
            <a:ext cx="18288000" cy="1783233"/>
            <a:chOff x="0" y="0"/>
            <a:chExt cx="4816593" cy="4696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469658"/>
            </a:xfrm>
            <a:custGeom>
              <a:avLst/>
              <a:gdLst/>
              <a:ahLst/>
              <a:cxnLst/>
              <a:rect r="r" b="b" t="t" l="l"/>
              <a:pathLst>
                <a:path h="46965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9658"/>
                  </a:lnTo>
                  <a:lnTo>
                    <a:pt x="0" y="469658"/>
                  </a:lnTo>
                  <a:close/>
                </a:path>
              </a:pathLst>
            </a:custGeom>
            <a:gradFill rotWithShape="true">
              <a:gsLst>
                <a:gs pos="0">
                  <a:srgbClr val="02030E">
                    <a:alpha val="100000"/>
                  </a:srgbClr>
                </a:gs>
                <a:gs pos="100000">
                  <a:srgbClr val="050A3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507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822212" y="4234124"/>
            <a:ext cx="8643575" cy="1818752"/>
          </a:xfrm>
          <a:custGeom>
            <a:avLst/>
            <a:gdLst/>
            <a:ahLst/>
            <a:cxnLst/>
            <a:rect r="r" b="b" t="t" l="l"/>
            <a:pathLst>
              <a:path h="1818752" w="8643575">
                <a:moveTo>
                  <a:pt x="0" y="0"/>
                </a:moveTo>
                <a:lnTo>
                  <a:pt x="8643576" y="0"/>
                </a:lnTo>
                <a:lnTo>
                  <a:pt x="8643576" y="1818752"/>
                </a:lnTo>
                <a:lnTo>
                  <a:pt x="0" y="18187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10800000">
            <a:off x="0" y="8500801"/>
            <a:ext cx="18288000" cy="1783233"/>
            <a:chOff x="0" y="0"/>
            <a:chExt cx="4816593" cy="4696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16592" cy="469658"/>
            </a:xfrm>
            <a:custGeom>
              <a:avLst/>
              <a:gdLst/>
              <a:ahLst/>
              <a:cxnLst/>
              <a:rect r="r" b="b" t="t" l="l"/>
              <a:pathLst>
                <a:path h="46965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9658"/>
                  </a:lnTo>
                  <a:lnTo>
                    <a:pt x="0" y="469658"/>
                  </a:lnTo>
                  <a:close/>
                </a:path>
              </a:pathLst>
            </a:custGeom>
            <a:gradFill rotWithShape="true">
              <a:gsLst>
                <a:gs pos="0">
                  <a:srgbClr val="02030E">
                    <a:alpha val="100000"/>
                  </a:srgbClr>
                </a:gs>
                <a:gs pos="100000">
                  <a:srgbClr val="050A3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816593" cy="507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DAGYwF_fiBs</dc:identifier>
  <dcterms:modified xsi:type="dcterms:W3CDTF">2011-08-01T06:04:30Z</dcterms:modified>
  <cp:revision>1</cp:revision>
  <dc:title>Slides TCC</dc:title>
</cp:coreProperties>
</file>